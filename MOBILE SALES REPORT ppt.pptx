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43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29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6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053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103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18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89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95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119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36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637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6249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247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3878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992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741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29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15B9E48-8C61-4B05-BD18-76C0E346F6EF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F5D646-37A5-49F3-A280-1185E0900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9335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7D2C-6C3A-D154-678D-AD0036904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265" y="1681315"/>
            <a:ext cx="7826477" cy="102255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MOBILE SALES REPORT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2CF83-7CDF-A4CF-213D-B071DCB0A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 flipV="1">
            <a:off x="10667999" y="5257800"/>
            <a:ext cx="45719" cy="81116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7645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B36C-C758-7F3F-0374-CFD3349C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8697" y="5948680"/>
            <a:ext cx="2812025" cy="45719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A2BB6-A606-537D-C94C-CDE6BDCB9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1"/>
            <a:ext cx="7565053" cy="99551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4800" b="1" dirty="0"/>
              <a:t>  </a:t>
            </a:r>
            <a:r>
              <a:rPr lang="en-IN" sz="4800" b="1" dirty="0">
                <a:solidFill>
                  <a:schemeClr val="accent1"/>
                </a:solidFill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A3CBCD-77AE-F4AA-FC2E-83521F246C01}"/>
              </a:ext>
            </a:extLst>
          </p:cNvPr>
          <p:cNvSpPr txBox="1"/>
          <p:nvPr/>
        </p:nvSpPr>
        <p:spPr>
          <a:xfrm>
            <a:off x="766916" y="2094271"/>
            <a:ext cx="8268928" cy="3566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/>
              <a:t>Developed using </a:t>
            </a:r>
            <a:r>
              <a:rPr lang="en-IN" sz="2000" b="1" dirty="0"/>
              <a:t>Microsoft Power BI</a:t>
            </a:r>
            <a:r>
              <a:rPr lang="en-IN" sz="2000" dirty="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 err="1"/>
              <a:t>Analyzes</a:t>
            </a:r>
            <a:r>
              <a:rPr lang="en-IN" sz="2000" dirty="0"/>
              <a:t> mobile sales data through interactive dashboards. Displays key metrics such as Total Sales, Quantity Sold, and Transactions.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/>
              <a:t>Provides city-wise, monthly, and product-wise sales analysis.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/>
              <a:t>Includes interactive filters for better data exploration.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/>
              <a:t> Helps businesses make informed,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642007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8B8C-9260-51F3-C0DA-4F2614073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199" y="790403"/>
            <a:ext cx="7948511" cy="900745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400" b="1" dirty="0">
                <a:solidFill>
                  <a:schemeClr val="accent1"/>
                </a:solidFill>
              </a:rPr>
              <a:t>OBJECTIVES</a:t>
            </a:r>
            <a:endParaRPr lang="en-IN" sz="44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C096C-7CCD-2A79-F3E8-C86039517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5006" y="5437239"/>
            <a:ext cx="2011567" cy="6709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B6D24-E4E3-40AD-9CC8-6DCCD2912FE7}"/>
              </a:ext>
            </a:extLst>
          </p:cNvPr>
          <p:cNvSpPr txBox="1"/>
          <p:nvPr/>
        </p:nvSpPr>
        <p:spPr>
          <a:xfrm>
            <a:off x="730479" y="2179396"/>
            <a:ext cx="809194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 err="1"/>
              <a:t>Analyze</a:t>
            </a:r>
            <a:r>
              <a:rPr lang="en-IN" sz="2000" dirty="0"/>
              <a:t> overall mobile sales performance.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/>
              <a:t>Monitor key business metrics such as </a:t>
            </a:r>
            <a:r>
              <a:rPr lang="en-IN" sz="2000" b="1" dirty="0"/>
              <a:t>Total Sales, Quantity Sold, and Transactions</a:t>
            </a:r>
            <a:r>
              <a:rPr lang="en-IN" sz="2000" dirty="0"/>
              <a:t>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/>
              <a:t>Identify top-selling mobile brands and models.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 err="1"/>
              <a:t>Analyze</a:t>
            </a:r>
            <a:r>
              <a:rPr lang="en-IN" sz="2000" dirty="0"/>
              <a:t> sales trends across different months and cities.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/>
              <a:t>Understand customer payment preferences.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000" dirty="0"/>
              <a:t>Provide interactive filters for dynamic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1099990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06317-E264-02FB-942C-ABA6B84B9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4" y="379087"/>
            <a:ext cx="8868696" cy="126983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4400" b="1" dirty="0">
                <a:solidFill>
                  <a:schemeClr val="accent1"/>
                </a:solidFill>
              </a:rPr>
              <a:t> 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42AFC-86DD-F73C-5459-F00143F94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7360" y="5761703"/>
            <a:ext cx="2845569" cy="96793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B09F8-3D7E-2732-A575-911F9AEFEBD4}"/>
              </a:ext>
            </a:extLst>
          </p:cNvPr>
          <p:cNvSpPr txBox="1"/>
          <p:nvPr/>
        </p:nvSpPr>
        <p:spPr>
          <a:xfrm>
            <a:off x="216310" y="1799303"/>
            <a:ext cx="10638503" cy="4254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endParaRPr lang="en-IN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KPI Cards :</a:t>
            </a:r>
            <a:r>
              <a:rPr lang="en-IN" dirty="0"/>
              <a:t> Display Total Sales, Total Quantity Sold, and Total Transactions.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Filters (Slicers) :</a:t>
            </a: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data by Mobile Brand, Payment Method, and Month.</a:t>
            </a:r>
          </a:p>
          <a:p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City-wise Sales Map :</a:t>
            </a:r>
            <a:r>
              <a:rPr lang="en-IN" dirty="0"/>
              <a:t> Visualizes sales performance across different cities.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Monthly Sales Trend :</a:t>
            </a:r>
            <a:r>
              <a:rPr lang="en-IN" dirty="0"/>
              <a:t> Shows changes in sales quantity over time.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Sales by Mobile Model :</a:t>
            </a:r>
            <a:r>
              <a:rPr lang="en-IN" dirty="0"/>
              <a:t> Compares the sales of different mobile models.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Payment Method Analysis :</a:t>
            </a:r>
            <a:r>
              <a:rPr lang="en-IN" dirty="0"/>
              <a:t> Displays the distribution of payment methods such as UPI, Cash, Debit Card, and Credit Card.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Sales by Day :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sales performance across different days of the week.</a:t>
            </a:r>
          </a:p>
        </p:txBody>
      </p:sp>
    </p:spTree>
    <p:extLst>
      <p:ext uri="{BB962C8B-B14F-4D97-AF65-F5344CB8AC3E}">
        <p14:creationId xmlns:p14="http://schemas.microsoft.com/office/powerpoint/2010/main" val="4057658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8E803B-6B0B-180D-24EC-5F00EB00F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04" y="560439"/>
            <a:ext cx="10589342" cy="571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07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E98F9-ACEE-9002-BD54-F3B299F33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1" y="1974917"/>
            <a:ext cx="6680149" cy="1672851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chemeClr val="accent1"/>
                </a:solidFill>
              </a:rPr>
              <a:t>THANK you </a:t>
            </a:r>
            <a:endParaRPr lang="en-IN" sz="6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91151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30</TotalTime>
  <Words>225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Century Gothic</vt:lpstr>
      <vt:lpstr>Courier New</vt:lpstr>
      <vt:lpstr>Wingdings</vt:lpstr>
      <vt:lpstr>Wingdings 3</vt:lpstr>
      <vt:lpstr>Slice</vt:lpstr>
      <vt:lpstr>MOBILE SALES REPORT</vt:lpstr>
      <vt:lpstr>.</vt:lpstr>
      <vt:lpstr>OBJECTIVES</vt:lpstr>
      <vt:lpstr> Dashboard Overview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atharvasalunkhe9@outlook.com</dc:creator>
  <cp:lastModifiedBy>atharvasalunkhe9@outlook.com</cp:lastModifiedBy>
  <cp:revision>1</cp:revision>
  <dcterms:created xsi:type="dcterms:W3CDTF">2026-06-28T11:25:49Z</dcterms:created>
  <dcterms:modified xsi:type="dcterms:W3CDTF">2026-06-28T11:55:51Z</dcterms:modified>
</cp:coreProperties>
</file>